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P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7499BF-A767-C54C-7E96-97E6697534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Y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9297D4D-94A7-3C02-8997-242BCBD79F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Y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ED5F5CB-40D0-1047-F541-EEDF82A2A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F7A17-7D28-4963-B518-4C921E48B48F}" type="datetimeFigureOut">
              <a:rPr lang="es-PY" smtClean="0"/>
              <a:t>7/5/2026</a:t>
            </a:fld>
            <a:endParaRPr lang="es-PY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0D5B3A-FC97-4A65-6B3A-7D9B20608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Y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6FFDCBF-3C07-EBE9-F495-476EF63D4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7BD1-463C-4F0A-94C3-D5DDE736A630}" type="slidenum">
              <a:rPr lang="es-PY" smtClean="0"/>
              <a:t>‹Nº›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3698684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9ACB7C-9FA2-A906-1DE4-1CC12ADC1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Y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FDF6F1-170A-4BA2-27F7-ECD0650F8D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Y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F7F5C62-3714-1C17-AD84-A90945532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F7A17-7D28-4963-B518-4C921E48B48F}" type="datetimeFigureOut">
              <a:rPr lang="es-PY" smtClean="0"/>
              <a:t>7/5/2026</a:t>
            </a:fld>
            <a:endParaRPr lang="es-PY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A79F16-7DCD-B01A-D7AA-F626C3521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Y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47D8E9F-C720-ECBB-0A6A-D3EE0B82D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7BD1-463C-4F0A-94C3-D5DDE736A630}" type="slidenum">
              <a:rPr lang="es-PY" smtClean="0"/>
              <a:t>‹Nº›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2527779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909F02-7F85-6EFF-393A-0C5B61221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Y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020C2F3-B43F-FEDC-A340-F9E5CF9A8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8CA3C71-3058-2EBB-8096-B5D291056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F7A17-7D28-4963-B518-4C921E48B48F}" type="datetimeFigureOut">
              <a:rPr lang="es-PY" smtClean="0"/>
              <a:t>7/5/2026</a:t>
            </a:fld>
            <a:endParaRPr lang="es-PY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FFC1854-5894-325A-581D-9CBA7C281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Y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BB06258-A816-07D8-62EA-1069CFDA5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7BD1-463C-4F0A-94C3-D5DDE736A630}" type="slidenum">
              <a:rPr lang="es-PY" smtClean="0"/>
              <a:t>‹Nº›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1250253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C05F52-639E-68E2-01BA-763EDD491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Y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AB305E-1D86-96B8-C8BD-0BE877C95B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Y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FF8DC46-7C59-A94A-AA35-B5C8647C8B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Y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7F55C3F-45CC-967C-286D-5018B2E0B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F7A17-7D28-4963-B518-4C921E48B48F}" type="datetimeFigureOut">
              <a:rPr lang="es-PY" smtClean="0"/>
              <a:t>7/5/2026</a:t>
            </a:fld>
            <a:endParaRPr lang="es-PY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08CC3E0-2753-D6AB-CAFF-D2625B5B4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Y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128A874-793A-6721-6BE0-FFB665392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7BD1-463C-4F0A-94C3-D5DDE736A630}" type="slidenum">
              <a:rPr lang="es-PY" smtClean="0"/>
              <a:t>‹Nº›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3609412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A89F76-D50C-A268-B21A-19973A95A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Y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FDAB5DF-F739-1AD0-5648-E771E6F60F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EAC9D46-3808-DA0C-F2AC-BFC793435E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Y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B396E7F-4ADF-E8C1-4D72-0C9A112ADF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96150F4-0A0B-9F62-994F-4A5E2CFFA6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Y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92BBD0A-B18B-364E-32D9-E9126CA56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F7A17-7D28-4963-B518-4C921E48B48F}" type="datetimeFigureOut">
              <a:rPr lang="es-PY" smtClean="0"/>
              <a:t>7/5/2026</a:t>
            </a:fld>
            <a:endParaRPr lang="es-PY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9866CBD-039F-1B89-C070-5609C049A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Y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3A269C9-3ED5-F36B-A7F7-7364D98DF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7BD1-463C-4F0A-94C3-D5DDE736A630}" type="slidenum">
              <a:rPr lang="es-PY" smtClean="0"/>
              <a:t>‹Nº›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1011745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1C8971-746E-CF00-DC96-07949397A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Y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203FAD3-BCCC-77AB-1620-663341608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F7A17-7D28-4963-B518-4C921E48B48F}" type="datetimeFigureOut">
              <a:rPr lang="es-PY" smtClean="0"/>
              <a:t>7/5/2026</a:t>
            </a:fld>
            <a:endParaRPr lang="es-PY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7201DC3-B212-0E3F-4AC1-8AEE33E3E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Y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9BF7D9A-8297-9C76-51B8-420E1F4B2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7BD1-463C-4F0A-94C3-D5DDE736A630}" type="slidenum">
              <a:rPr lang="es-PY" smtClean="0"/>
              <a:t>‹Nº›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4073816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3B9C67E-8C44-2BC7-77BC-683F460CA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F7A17-7D28-4963-B518-4C921E48B48F}" type="datetimeFigureOut">
              <a:rPr lang="es-PY" smtClean="0"/>
              <a:t>7/5/2026</a:t>
            </a:fld>
            <a:endParaRPr lang="es-PY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DDC404B-2DF3-027F-2128-CD51E2A59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Y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E4E10E6-14F7-203D-9099-C7C474484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7BD1-463C-4F0A-94C3-D5DDE736A630}" type="slidenum">
              <a:rPr lang="es-PY" smtClean="0"/>
              <a:t>‹Nº›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2947856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D9CEB6-F8A6-98D6-2F61-8B86D6DD7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Y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9A89A7D-3800-F663-E38C-5119A4437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Y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8767B0-4C9C-52F5-EB4E-FE35BF632B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1E33F62-2C18-0282-B1DD-EA819F3FF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F7A17-7D28-4963-B518-4C921E48B48F}" type="datetimeFigureOut">
              <a:rPr lang="es-PY" smtClean="0"/>
              <a:t>7/5/2026</a:t>
            </a:fld>
            <a:endParaRPr lang="es-PY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F8FDADE-9121-4E36-EBBA-A75B0E7B5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Y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8BA34B-83F5-DEB8-98D7-DE3AB9933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7BD1-463C-4F0A-94C3-D5DDE736A630}" type="slidenum">
              <a:rPr lang="es-PY" smtClean="0"/>
              <a:t>‹Nº›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599380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C57CB0-D264-7545-8395-85899F5CF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Y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C0EB642-F6DB-E8E4-7CE5-7B222E9B69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Y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1CD5434-B3F6-F882-8AE2-547D4F4AFC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0F7A4F0-9B5A-AF1C-EDDE-8A3FCA701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F7A17-7D28-4963-B518-4C921E48B48F}" type="datetimeFigureOut">
              <a:rPr lang="es-PY" smtClean="0"/>
              <a:t>7/5/2026</a:t>
            </a:fld>
            <a:endParaRPr lang="es-PY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AE0EF0B-8A42-DA65-F7A3-611E86741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Y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F2C4AF9-3233-6EE8-CABA-F5D87BE4A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7BD1-463C-4F0A-94C3-D5DDE736A630}" type="slidenum">
              <a:rPr lang="es-PY" smtClean="0"/>
              <a:t>‹Nº›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2571248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7C668B-5652-4C4D-D06F-345E238A1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Y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95449C2-0D36-89E9-EF73-05FF73DFAD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Y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DB688CA-757C-1522-8365-9C4BF0AEF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F7A17-7D28-4963-B518-4C921E48B48F}" type="datetimeFigureOut">
              <a:rPr lang="es-PY" smtClean="0"/>
              <a:t>7/5/2026</a:t>
            </a:fld>
            <a:endParaRPr lang="es-PY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A4DA472-C42C-16CA-DCFB-6B84508BD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Y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33BB0F8-2756-7498-B4AB-866768C95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7BD1-463C-4F0A-94C3-D5DDE736A630}" type="slidenum">
              <a:rPr lang="es-PY" smtClean="0"/>
              <a:t>‹Nº›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1698998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7AF4627-54CA-CF59-A605-CA1FC5F356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Y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75939A7-3A0C-131B-17C9-64DC5AFF84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Y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3E5E66D-7CD3-77DC-9AC9-4C842E674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F7A17-7D28-4963-B518-4C921E48B48F}" type="datetimeFigureOut">
              <a:rPr lang="es-PY" smtClean="0"/>
              <a:t>7/5/2026</a:t>
            </a:fld>
            <a:endParaRPr lang="es-PY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4D37C4-36F9-B0A2-0DAE-54D55FFA0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Y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4A72CB4-13E3-E7F5-7F19-07AF73DDE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7BD1-463C-4F0A-94C3-D5DDE736A630}" type="slidenum">
              <a:rPr lang="es-PY" smtClean="0"/>
              <a:t>‹Nº›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1286632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EA8C1D3-9AD1-25D0-4245-6618C7CDC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Y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3024B81-7BCA-225D-E226-B6AC5FD4E4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Y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8F85CD3-39E3-ED50-65B8-6CE35FE977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FF7A17-7D28-4963-B518-4C921E48B48F}" type="datetimeFigureOut">
              <a:rPr lang="es-PY" smtClean="0"/>
              <a:t>7/5/2026</a:t>
            </a:fld>
            <a:endParaRPr lang="es-PY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98701D0-42D4-1712-8045-D701DA5F59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Y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4543421-FB03-F488-5B1F-9623F57CDF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347BD1-463C-4F0A-94C3-D5DDE736A630}" type="slidenum">
              <a:rPr lang="es-PY" smtClean="0"/>
              <a:t>‹Nº›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2917124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Y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hyperlink" Target="https://www.pngall.com/restaurant-png/download/65783" TargetMode="External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5A8D6711-2230-C417-6171-8A18498718F2}"/>
              </a:ext>
            </a:extLst>
          </p:cNvPr>
          <p:cNvSpPr/>
          <p:nvPr/>
        </p:nvSpPr>
        <p:spPr>
          <a:xfrm flipH="1">
            <a:off x="1154194" y="239151"/>
            <a:ext cx="10868992" cy="6443002"/>
          </a:xfrm>
          <a:prstGeom prst="roundRect">
            <a:avLst>
              <a:gd name="adj" fmla="val 7060"/>
            </a:avLst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9BF9F90A-37A7-103E-C22A-A7187B395076}"/>
              </a:ext>
            </a:extLst>
          </p:cNvPr>
          <p:cNvSpPr/>
          <p:nvPr/>
        </p:nvSpPr>
        <p:spPr>
          <a:xfrm>
            <a:off x="168813" y="239151"/>
            <a:ext cx="787152" cy="6443003"/>
          </a:xfrm>
          <a:prstGeom prst="round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F1624ED1-BCDF-6053-7E22-A0854824CEB8}"/>
              </a:ext>
            </a:extLst>
          </p:cNvPr>
          <p:cNvSpPr/>
          <p:nvPr/>
        </p:nvSpPr>
        <p:spPr>
          <a:xfrm>
            <a:off x="1285942" y="1812396"/>
            <a:ext cx="4265058" cy="4754880"/>
          </a:xfrm>
          <a:prstGeom prst="roundRect">
            <a:avLst>
              <a:gd name="adj" fmla="val 9740"/>
            </a:avLst>
          </a:prstGeom>
          <a:solidFill>
            <a:schemeClr val="bg1">
              <a:lumMod val="85000"/>
              <a:alpha val="4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 dirty="0"/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B4A65E8B-0E49-F201-8C34-F2ED34D033C5}"/>
              </a:ext>
            </a:extLst>
          </p:cNvPr>
          <p:cNvSpPr/>
          <p:nvPr/>
        </p:nvSpPr>
        <p:spPr>
          <a:xfrm flipH="1">
            <a:off x="5661833" y="1877403"/>
            <a:ext cx="6204279" cy="216408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/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629E25BC-C3A0-86CD-29EE-65C5DAB0F935}"/>
              </a:ext>
            </a:extLst>
          </p:cNvPr>
          <p:cNvSpPr/>
          <p:nvPr/>
        </p:nvSpPr>
        <p:spPr>
          <a:xfrm flipH="1">
            <a:off x="8721128" y="4117678"/>
            <a:ext cx="3144984" cy="248828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/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C5E21E18-E605-648A-31C6-C6E94012126F}"/>
              </a:ext>
            </a:extLst>
          </p:cNvPr>
          <p:cNvSpPr/>
          <p:nvPr/>
        </p:nvSpPr>
        <p:spPr>
          <a:xfrm flipH="1">
            <a:off x="5661833" y="4131533"/>
            <a:ext cx="2948460" cy="247442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/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BA8B9C55-03D4-971B-CD7A-5798DA377116}"/>
              </a:ext>
            </a:extLst>
          </p:cNvPr>
          <p:cNvSpPr/>
          <p:nvPr/>
        </p:nvSpPr>
        <p:spPr>
          <a:xfrm flipH="1">
            <a:off x="1454555" y="4502727"/>
            <a:ext cx="3893299" cy="1959889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/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783D1033-C199-14B6-2B90-73BED5265805}"/>
              </a:ext>
            </a:extLst>
          </p:cNvPr>
          <p:cNvSpPr/>
          <p:nvPr/>
        </p:nvSpPr>
        <p:spPr>
          <a:xfrm flipH="1">
            <a:off x="2680355" y="1955410"/>
            <a:ext cx="1476232" cy="15474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/>
          </a:p>
        </p:txBody>
      </p:sp>
      <p:pic>
        <p:nvPicPr>
          <p:cNvPr id="3" name="Imagen 2" descr="Dibujo en blanco y negro&#10;&#10;El contenido generado por IA puede ser incorrecto.">
            <a:extLst>
              <a:ext uri="{FF2B5EF4-FFF2-40B4-BE49-F238E27FC236}">
                <a16:creationId xmlns:a16="http://schemas.microsoft.com/office/drawing/2014/main" id="{87B1F93B-968A-CD44-BFAC-5BE405FF79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41233" y="417543"/>
            <a:ext cx="637310" cy="63731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E0E6D54-E6D4-FB58-4796-113CBB3A3D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502" y="1495112"/>
            <a:ext cx="468000" cy="468000"/>
          </a:xfrm>
          <a:prstGeom prst="rect">
            <a:avLst/>
          </a:prstGeom>
        </p:spPr>
      </p:pic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700341E9-7BDF-C3D1-7193-6999F3AA13B1}"/>
              </a:ext>
            </a:extLst>
          </p:cNvPr>
          <p:cNvSpPr/>
          <p:nvPr/>
        </p:nvSpPr>
        <p:spPr>
          <a:xfrm flipH="1">
            <a:off x="277367" y="2257285"/>
            <a:ext cx="540551" cy="593401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048AD91C-700A-6363-6814-8EAA861008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573" y="2292534"/>
            <a:ext cx="576000" cy="576000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811D6FD3-C964-4373-7CCF-1C36A146F5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502" y="3203924"/>
            <a:ext cx="468000" cy="468000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5AADAECA-D4BA-4191-2339-C1468A0B93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3643" y="4007314"/>
            <a:ext cx="468000" cy="468000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DBAE0CD6-179C-F440-F444-A5E9B2BB9EB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738573">
            <a:off x="307758" y="959399"/>
            <a:ext cx="517486" cy="517486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9091709A-173E-9248-0DFD-F62BAED73BF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12780" y="2223442"/>
            <a:ext cx="1011382" cy="1011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4331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1794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Jony Reckziegel</dc:creator>
  <cp:lastModifiedBy>Jony Reckziegel</cp:lastModifiedBy>
  <cp:revision>6</cp:revision>
  <dcterms:created xsi:type="dcterms:W3CDTF">2026-05-02T22:20:20Z</dcterms:created>
  <dcterms:modified xsi:type="dcterms:W3CDTF">2026-05-07T14:11:21Z</dcterms:modified>
</cp:coreProperties>
</file>